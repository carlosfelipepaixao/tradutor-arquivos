
<file path=[Content_Types].xml><?xml version="1.0" encoding="utf-8"?>
<Types xmlns="http://schemas.openxmlformats.org/package/2006/content-types">
  <Default Extension="png" ContentType="image/png"/>
  <Default Extension="jfif" ContentType="image/jpe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1B7F4-A4E0-4ACC-9545-33D20668A4CA}" type="datetimeFigureOut">
              <a:rPr lang="pt-BR" smtClean="0"/>
              <a:t>23/04/2025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A1D5D-7596-436D-874B-C80D1EED0D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3836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1B7F4-A4E0-4ACC-9545-33D20668A4CA}" type="datetimeFigureOut">
              <a:rPr lang="pt-BR" smtClean="0"/>
              <a:t>23/04/2025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A1D5D-7596-436D-874B-C80D1EED0D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3621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1B7F4-A4E0-4ACC-9545-33D20668A4CA}" type="datetimeFigureOut">
              <a:rPr lang="pt-BR" smtClean="0"/>
              <a:t>23/04/2025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A1D5D-7596-436D-874B-C80D1EED0D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5428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1B7F4-A4E0-4ACC-9545-33D20668A4CA}" type="datetimeFigureOut">
              <a:rPr lang="pt-BR" smtClean="0"/>
              <a:t>23/04/2025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A1D5D-7596-436D-874B-C80D1EED0D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3103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1B7F4-A4E0-4ACC-9545-33D20668A4CA}" type="datetimeFigureOut">
              <a:rPr lang="pt-BR" smtClean="0"/>
              <a:t>23/04/2025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A1D5D-7596-436D-874B-C80D1EED0D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8593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1B7F4-A4E0-4ACC-9545-33D20668A4CA}" type="datetimeFigureOut">
              <a:rPr lang="pt-BR" smtClean="0"/>
              <a:t>23/04/2025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A1D5D-7596-436D-874B-C80D1EED0D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9911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1B7F4-A4E0-4ACC-9545-33D20668A4CA}" type="datetimeFigureOut">
              <a:rPr lang="pt-BR" smtClean="0"/>
              <a:t>23/04/2025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A1D5D-7596-436D-874B-C80D1EED0D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44704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1B7F4-A4E0-4ACC-9545-33D20668A4CA}" type="datetimeFigureOut">
              <a:rPr lang="pt-BR" smtClean="0"/>
              <a:t>23/04/2025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A1D5D-7596-436D-874B-C80D1EED0D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9154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1B7F4-A4E0-4ACC-9545-33D20668A4CA}" type="datetimeFigureOut">
              <a:rPr lang="pt-BR" smtClean="0"/>
              <a:t>23/04/2025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A1D5D-7596-436D-874B-C80D1EED0D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7108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1B7F4-A4E0-4ACC-9545-33D20668A4CA}" type="datetimeFigureOut">
              <a:rPr lang="pt-BR" smtClean="0"/>
              <a:t>23/04/2025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A1D5D-7596-436D-874B-C80D1EED0D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6885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1B7F4-A4E0-4ACC-9545-33D20668A4CA}" type="datetimeFigureOut">
              <a:rPr lang="pt-BR" smtClean="0"/>
              <a:t>23/04/2025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A1D5D-7596-436D-874B-C80D1EED0D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097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11B7F4-A4E0-4ACC-9545-33D20668A4CA}" type="datetimeFigureOut">
              <a:rPr lang="pt-BR" smtClean="0"/>
              <a:t>23/04/2025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2A1D5D-7596-436D-874B-C80D1EED0D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8532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f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A Arte da Programação</a:t>
            </a:r>
            <a:br>
              <a:rPr lang="pt-BR" dirty="0"/>
            </a:br>
            <a:r>
              <a:rPr lang="pt-BR" dirty="0"/>
              <a:t> </a:t>
            </a:r>
            <a:br>
              <a:rPr lang="pt-BR" dirty="0"/>
            </a:b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Programar é mais do que escrever linhas de código — é uma forma de pensar. Envolve resolver problemas, organizar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50364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ideias e traduzir lógica em comandos que uma máquina possa compreender. Seja desenvolvendo um site, um aplicativo ou um sistema complexo de inteligência artificial, a programação exige criatividade, paciência e atenção aos detalhes.</a:t>
            </a:r>
            <a:br>
              <a:rPr lang="pt-BR" dirty="0" smtClean="0"/>
            </a:br>
            <a:r>
              <a:rPr lang="pt-BR" dirty="0" smtClean="0"/>
              <a:t> </a:t>
            </a:r>
            <a:br>
              <a:rPr lang="pt-BR" dirty="0" smtClean="0"/>
            </a:br>
            <a:r>
              <a:rPr lang="pt-BR" dirty="0" smtClean="0"/>
              <a:t/>
            </a:r>
            <a:br>
              <a:rPr lang="pt-BR" dirty="0" smtClean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87734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Cada linguagem tem sua própria personalidade. Python é simples e elegante, perfeita para quem está começando. </a:t>
            </a:r>
            <a:r>
              <a:rPr lang="pt-BR" dirty="0" err="1" smtClean="0"/>
              <a:t>JavaScript</a:t>
            </a:r>
            <a:r>
              <a:rPr lang="pt-BR" dirty="0" smtClean="0"/>
              <a:t> é onipresente na web, enquanto C++ oferece controle quase total sobre o hardware. Independentemente da linguagem, a lógica por trás da programação permanece: entrada, processamento e saída.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AutoShape 2" descr="Qintess (@qintessoficial) • Instagram photos and video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9089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673" y="3219042"/>
            <a:ext cx="8667750" cy="4333875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981325" y="679269"/>
            <a:ext cx="8372475" cy="4310742"/>
          </a:xfrm>
        </p:spPr>
        <p:txBody>
          <a:bodyPr>
            <a:normAutofit fontScale="90000"/>
          </a:bodyPr>
          <a:lstStyle/>
          <a:p>
            <a:r>
              <a:rPr lang="pt-BR" dirty="0"/>
              <a:t>Além disso, programar é um processo de constante aprendizado. O mundo da tecnologia muda rápido. Novos frameworks surgem, melhores práticas evoluem, e a comunidade colabora como nunca, compartilhando conhecimento em fóruns, repositórios e conferências.</a:t>
            </a:r>
            <a:br>
              <a:rPr lang="pt-BR" dirty="0"/>
            </a:br>
            <a:endParaRPr lang="pt-BR" dirty="0"/>
          </a:p>
        </p:txBody>
      </p:sp>
      <p:pic>
        <p:nvPicPr>
          <p:cNvPr id="6" name="Espaço Reservado para Conteúdo 5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79937" y="877593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304585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</Words>
  <Application>Microsoft Office PowerPoint</Application>
  <PresentationFormat>Widescreen</PresentationFormat>
  <Paragraphs>5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Tema do Office</vt:lpstr>
      <vt:lpstr>A Arte da Programação   </vt:lpstr>
      <vt:lpstr>Apresentação do PowerPoint</vt:lpstr>
      <vt:lpstr>Apresentação do PowerPoint</vt:lpstr>
      <vt:lpstr>Além disso, programar é um processo de constante aprendizado. O mundo da tecnologia muda rápido. Novos frameworks surgem, melhores práticas evoluem, e a comunidade colabora como nunca, compartilhando conhecimento em fóruns, repositórios e conferências.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Arte da Programação   </dc:title>
  <dc:creator>Carlos Felipe da Paixao</dc:creator>
  <cp:lastModifiedBy>Carlos Felipe da Paixao</cp:lastModifiedBy>
  <cp:revision>1</cp:revision>
  <dcterms:created xsi:type="dcterms:W3CDTF">2025-04-23T21:15:09Z</dcterms:created>
  <dcterms:modified xsi:type="dcterms:W3CDTF">2025-04-23T21:15:18Z</dcterms:modified>
</cp:coreProperties>
</file>